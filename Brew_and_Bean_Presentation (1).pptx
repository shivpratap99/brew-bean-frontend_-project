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82296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371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BREW &amp; BEAN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331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3CD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coffee, made around you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840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Project Presentation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6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 Pratap Singh  |  B.Tech CSE, GLA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B1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Concept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822960" cy="54864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&amp; Bean  |  2/7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8404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361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536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Concept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031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&amp; Bean is a modern, responsive website for a coffee cafe. It presents the menu, the cafe story and ordering in a warm, easy-to-use design that feels like the cafe itself.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38404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3619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536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Objective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21031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Build a clean, mobile-friendly cafe website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Practise HTML, CSS and JavaScript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Make menu browsing and ordering simple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Give visitors a reason to come back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B1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822960" cy="54864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&amp; Bean  |  3/7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361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UI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03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phone, tablet and desktop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37560" y="1371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53619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Menu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103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hot, cold and snacks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3619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2084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 &amp; Order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103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 and see the live total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40080" y="29718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36392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5880" y="31363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table with validation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3337560" y="29718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136392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023360" y="31363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Gallery &amp; Story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352044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about us and reviews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035040" y="29718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136392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720840" y="31363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&amp; Map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621792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Timings, location, social links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B1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Us Different: Brew Your Mood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822960" cy="54864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&amp; Bean  |  4/7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2B1B12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361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Matcher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0312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mood (sleepy, stressed, focused, celebrating) and the time of day. The site suggests the best drink for you.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2B1B12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3619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7764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Cup Builder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10312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size, milk, shots and syrup. An animated cup fills layer by layer while price and caffeine update live.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94360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2B1B12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3619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29400" y="1536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Passport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126480" y="21031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drink ordered earns a stamp for a new flavour. Collect 5 stamps to unlock a free treat. Saved in the browser.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B1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Structure &amp;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822960" cy="54864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&amp; Bean  |  5/7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8404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361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536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Pages &amp; Sections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031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Home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Menu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Brew Your Mood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Reservation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Gallery &amp; Story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Contact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38404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3619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536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&amp; Feel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846320" y="2194560"/>
            <a:ext cx="777240" cy="548640"/>
          </a:xfrm>
          <a:prstGeom prst="rect">
            <a:avLst/>
          </a:prstGeom>
          <a:solidFill>
            <a:srgbClr val="2B1B12"/>
          </a:solidFill>
          <a:ln w="12700">
            <a:solidFill>
              <a:srgbClr val="E3CDB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846320" y="2788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0" y="2194560"/>
            <a:ext cx="777240" cy="548640"/>
          </a:xfrm>
          <a:prstGeom prst="rect">
            <a:avLst/>
          </a:prstGeom>
          <a:solidFill>
            <a:srgbClr val="C47A3A"/>
          </a:solidFill>
          <a:ln w="12700">
            <a:solidFill>
              <a:srgbClr val="E3CDB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715000" y="2788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Caramel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583680" y="2194560"/>
            <a:ext cx="777240" cy="548640"/>
          </a:xfrm>
          <a:prstGeom prst="rect">
            <a:avLst/>
          </a:prstGeom>
          <a:solidFill>
            <a:srgbClr val="E3CDB4"/>
          </a:solidFill>
          <a:ln w="12700">
            <a:solidFill>
              <a:srgbClr val="E3CDB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83680" y="2788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452360" y="2194560"/>
            <a:ext cx="777240" cy="548640"/>
          </a:xfrm>
          <a:prstGeom prst="rect">
            <a:avLst/>
          </a:prstGeom>
          <a:solidFill>
            <a:srgbClr val="F6EEE3"/>
          </a:solidFill>
          <a:ln w="12700">
            <a:solidFill>
              <a:srgbClr val="E3CDB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52360" y="2788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846320" y="3200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for headings and a clean sans-serif for body text.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cozy and easy to read on any screen.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B1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Overall Idea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822960" cy="54864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&amp; Bean  |  6/7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361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536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03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for structure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(Flexbox, Grid, animations) for design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for menu, cart and cup builder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for cart and stamps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3619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536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2103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attractive cafe site where visitors can explore, customise and order in a few clicks.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" y="361188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C47A3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947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6118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a menu page. A website that understands how you feel and brews accordingly.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B1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822960" cy="54864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&amp; Bean  |  7/7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361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03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server and database to save real orders, bookings and user logins.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3619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7764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103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online payment so customers can pay for their order on the site.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94360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CDB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3619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29400" y="1536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Panel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126480" y="2103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owner update menu, prices and offers without touching code.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40080" y="361188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2B1B1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36118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Brew &amp; Bean turns a simple cafe website into a personal coffee experience. Thank you!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Brew &amp; Bean - Project Presentation</dc:title>
  <dc:subject>PptxGenJS Presentation</dc:subject>
  <dc:creator>PptxGenJS</dc:creator>
  <cp:lastModifiedBy>PptxGenJS</cp:lastModifiedBy>
  <cp:revision>1</cp:revision>
  <dcterms:created xsi:type="dcterms:W3CDTF">2026-10-07T20:48:02Z</dcterms:created>
  <dcterms:modified xsi:type="dcterms:W3CDTF">2026-10-07T20:48:02Z</dcterms:modified>
</cp:coreProperties>
</file>